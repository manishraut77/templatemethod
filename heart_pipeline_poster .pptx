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6"/>
    <p:restoredTop sz="94610"/>
  </p:normalViewPr>
  <p:slideViewPr>
    <p:cSldViewPr snapToGrid="0" snapToObjects="1">
      <p:cViewPr>
        <p:scale>
          <a:sx n="87" d="100"/>
          <a:sy n="87" d="100"/>
        </p:scale>
        <p:origin x="400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33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 Geometry Generation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Representation → Generative Modeling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176272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2176272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50976"/>
            <a:ext cx="320040" cy="3200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95097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35024"/>
            <a:ext cx="1956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Remove noise &amp; outliers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655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Center + normalize scale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Align orientation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148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Resample → 15k pts/heart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50592" y="17602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87752" y="841248"/>
            <a:ext cx="2176272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87752" y="841248"/>
            <a:ext cx="2176272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950976"/>
            <a:ext cx="320040" cy="3200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97480" y="9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95097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Selection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1335024"/>
            <a:ext cx="1956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15768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Pick representative heart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15768" y="1655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Fixed point ordering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15768" y="2148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Acts as reference shape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82312" y="17602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19472" y="841248"/>
            <a:ext cx="2176272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A65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19472" y="841248"/>
            <a:ext cx="2176272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950976"/>
            <a:ext cx="320040" cy="32004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9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22392" y="95097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Rigid Alignment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1335024"/>
            <a:ext cx="1956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7488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Translation + rotation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1655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Uniform scaling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47488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Rough shape alignment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7488" y="2148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Template → each heart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14032" y="17602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51192" y="841248"/>
            <a:ext cx="2176272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251192" y="841248"/>
            <a:ext cx="2176272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60920" y="950976"/>
            <a:ext cx="320040" cy="3200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60920" y="9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54112" y="95097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Non-Rigid Registration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60920" y="1335024"/>
            <a:ext cx="1956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79208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CPD (Coherent Pt Drift)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79208" y="1655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Template bends &amp; stretches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79208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Always: template → cloud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79208" y="2148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Auto correspondence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445752" y="1760220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582912" y="841248"/>
            <a:ext cx="2176272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582912" y="841248"/>
            <a:ext cx="2176272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692640" y="950976"/>
            <a:ext cx="320040" cy="3200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692640" y="9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085832" y="95097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Deformation Vectors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692640" y="1335024"/>
            <a:ext cx="19568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10928" y="1408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Deformed − Original = Δ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710928" y="1655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dx, dy, dz per point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10928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64 × (15000 × 3) dataset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710928" y="2148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Fully structured &amp; aligned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0540" y="2889504"/>
            <a:ext cx="356616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02920" y="2834640"/>
            <a:ext cx="356616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12648" y="2944368"/>
            <a:ext cx="320040" cy="3200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2648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05840" y="2944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12648" y="3328416"/>
            <a:ext cx="3346704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0936" y="34015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Overlay deformed template on cloud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0936" y="36484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Chamfer / nearest-neighbor dist.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0936" y="3895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Visual inspection each heart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0936" y="414223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Fix before proceeding downstream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05656" y="4050792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434840" y="2834640"/>
            <a:ext cx="356616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419600" y="2834640"/>
            <a:ext cx="35661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544568" y="2944368"/>
            <a:ext cx="320040" cy="3200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44568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937760" y="2944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 (PCA → VAE)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44568" y="3328416"/>
            <a:ext cx="3346704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562856" y="34015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PCA: verify smooth deform. space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62856" y="36484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VAE encoder → 8–16D latent vec.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562856" y="3895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Decoder reconstructs deformation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62856" y="414223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Small model, strong regularization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37576" y="4050792"/>
            <a:ext cx="2743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366760" y="2834640"/>
            <a:ext cx="356616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78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366760" y="2834640"/>
            <a:ext cx="356616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476488" y="2944368"/>
            <a:ext cx="320040" cy="32004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476488" y="2944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869680" y="2944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476488" y="3328416"/>
            <a:ext cx="3346704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494776" y="34015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Sample z ~ N(0,I) from latent space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494776" y="364845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Decode z → deformation field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494776" y="389534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Apply Δ to template → new heart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494776" y="4142232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Scale to 5,000+ geometries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40280" y="2935224"/>
            <a:ext cx="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0" y="6382512"/>
            <a:ext cx="121615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5720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 64 raw point clouds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514600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283464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  Template deformations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892040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521208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2A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 VAE latent space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7269480" y="6400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589520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8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 5,000+ heart geometries</a:t>
            </a:r>
            <a:endParaRPr lang="en-US" sz="95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1B76E84-D57B-6E2A-E51D-129C6F7DF178}"/>
              </a:ext>
            </a:extLst>
          </p:cNvPr>
          <p:cNvSpPr txBox="1"/>
          <p:nvPr/>
        </p:nvSpPr>
        <p:spPr>
          <a:xfrm>
            <a:off x="8103476" y="51605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3BF3A5-AE5A-8F85-4B8D-FB52DB85D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652" y="643467"/>
            <a:ext cx="6856696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236</Words>
  <Application>Microsoft Macintosh PowerPoint</Application>
  <PresentationFormat>Widescreen</PresentationFormat>
  <Paragraphs>57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Trebuchet MS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Manish Raut</cp:lastModifiedBy>
  <cp:revision>5</cp:revision>
  <dcterms:created xsi:type="dcterms:W3CDTF">2026-04-10T13:32:35Z</dcterms:created>
  <dcterms:modified xsi:type="dcterms:W3CDTF">2026-05-04T16:53:09Z</dcterms:modified>
</cp:coreProperties>
</file>